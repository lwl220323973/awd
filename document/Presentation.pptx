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69" r:id="rId5"/>
    <p:sldId id="270" r:id="rId6"/>
    <p:sldId id="263" r:id="rId7"/>
    <p:sldId id="264" r:id="rId8"/>
    <p:sldId id="265" r:id="rId9"/>
    <p:sldId id="266" r:id="rId10"/>
    <p:sldId id="267" r:id="rId11"/>
    <p:sldId id="262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651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9158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6106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30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6067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7274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044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3759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212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4555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9684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09792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1087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24885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9874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82382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0663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726B4BB-2DB4-4202-8D49-61E39ECA5795}" type="datetimeFigureOut">
              <a:rPr lang="zh-HK" altLang="en-US" smtClean="0"/>
              <a:t>19/12/2025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FA44043-8376-4591-B1CF-6FBCF2B3D3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5912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837A7E-6E22-D702-C6B3-1F58C5B4D5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Mobile Post Office System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391F57-5C22-090E-01BE-AC9753C92A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HK" dirty="0"/>
              <a:t>Name: Chang Ka Hei </a:t>
            </a:r>
          </a:p>
          <a:p>
            <a:r>
              <a:rPr lang="en-US" altLang="zh-HK" dirty="0"/>
              <a:t>Shape SID: 250725507</a:t>
            </a:r>
          </a:p>
          <a:p>
            <a:r>
              <a:rPr lang="en-US" altLang="zh-HK" dirty="0"/>
              <a:t>UWE SID: 25063324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62887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D509DF-1C73-53E2-F7D1-25BABB17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9295"/>
          </a:xfrm>
        </p:spPr>
        <p:txBody>
          <a:bodyPr/>
          <a:lstStyle/>
          <a:p>
            <a:r>
              <a:rPr lang="en-US" altLang="zh-HK" dirty="0"/>
              <a:t>Background</a:t>
            </a:r>
            <a:endParaRPr lang="zh-HK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73CC3-4936-2959-81DE-64B54FE53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576" y="2301217"/>
            <a:ext cx="10515600" cy="2541567"/>
          </a:xfrm>
        </p:spPr>
        <p:txBody>
          <a:bodyPr>
            <a:normAutofit/>
          </a:bodyPr>
          <a:lstStyle/>
          <a:p>
            <a:r>
              <a:rPr lang="en-US" altLang="zh-HK" dirty="0"/>
              <a:t>Hong Kong has mobile post offices in different areas</a:t>
            </a:r>
          </a:p>
          <a:p>
            <a:r>
              <a:rPr lang="en-US" altLang="zh-HK" dirty="0"/>
              <a:t>The information is hard to manage</a:t>
            </a:r>
          </a:p>
          <a:p>
            <a:r>
              <a:rPr lang="en-US" altLang="zh-HK" dirty="0"/>
              <a:t>Cannot easily find the information</a:t>
            </a:r>
            <a:endParaRPr lang="zh-HK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299703D-4F18-5ABF-05E6-8C0B06C186DE}"/>
              </a:ext>
            </a:extLst>
          </p:cNvPr>
          <p:cNvSpPr txBox="1">
            <a:spLocks/>
          </p:cNvSpPr>
          <p:nvPr/>
        </p:nvSpPr>
        <p:spPr>
          <a:xfrm>
            <a:off x="838200" y="3511630"/>
            <a:ext cx="10515600" cy="2788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11447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051BF1-84E2-DF1D-D854-DEFE6A5F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System Information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31A027-8E38-ADAD-88DA-4743D7049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Frontend: Angular </a:t>
            </a:r>
          </a:p>
          <a:p>
            <a:r>
              <a:rPr lang="en-US" altLang="zh-HK" dirty="0"/>
              <a:t>Backend: Node.JS</a:t>
            </a:r>
          </a:p>
          <a:p>
            <a:r>
              <a:rPr lang="en-US" altLang="zh-HK" dirty="0"/>
              <a:t>Database: MySQL</a:t>
            </a:r>
          </a:p>
        </p:txBody>
      </p:sp>
    </p:spTree>
    <p:extLst>
      <p:ext uri="{BB962C8B-B14F-4D97-AF65-F5344CB8AC3E}">
        <p14:creationId xmlns:p14="http://schemas.microsoft.com/office/powerpoint/2010/main" val="191689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611F8-277B-9EA8-F0C6-3D279C61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Frontend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7A231D-D3CE-D284-C063-F0C5DAA12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Ant Design (NG-ZORRO)</a:t>
            </a:r>
          </a:p>
          <a:p>
            <a:r>
              <a:rPr lang="en-US" altLang="zh-HK" dirty="0"/>
              <a:t>Google Map API</a:t>
            </a:r>
          </a:p>
          <a:p>
            <a:r>
              <a:rPr lang="en-US" altLang="zh-HK" dirty="0"/>
              <a:t>RXJS</a:t>
            </a:r>
          </a:p>
          <a:p>
            <a:r>
              <a:rPr lang="en-US" altLang="zh-HK" dirty="0" err="1"/>
              <a:t>Axios</a:t>
            </a:r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167501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FD4DF-1C42-272E-8C4C-F63A9B2A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Backend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AC8007-6F89-BB07-A6A5-A098790F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Node.js</a:t>
            </a:r>
          </a:p>
          <a:p>
            <a:r>
              <a:rPr lang="en-US" altLang="zh-HK" dirty="0"/>
              <a:t>MYSQL2</a:t>
            </a:r>
          </a:p>
          <a:p>
            <a:r>
              <a:rPr lang="en-US" altLang="zh-HK" dirty="0"/>
              <a:t>EXPRESS</a:t>
            </a:r>
          </a:p>
          <a:p>
            <a:r>
              <a:rPr lang="en-US" altLang="zh-HK" dirty="0"/>
              <a:t>FS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39611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DB155-7AB0-1D0B-50E6-02282AE2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Function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C12A3-7575-E1D6-DB26-766CCBB9F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Search &amp; View </a:t>
            </a:r>
          </a:p>
          <a:p>
            <a:r>
              <a:rPr lang="en-US" altLang="zh-HK" dirty="0"/>
              <a:t>Manage Offices</a:t>
            </a:r>
          </a:p>
          <a:p>
            <a:r>
              <a:rPr lang="en-US" altLang="zh-HK" dirty="0"/>
              <a:t>View on Map</a:t>
            </a:r>
          </a:p>
          <a:p>
            <a:r>
              <a:rPr lang="en-US" altLang="zh-HK" dirty="0"/>
              <a:t>Change Language</a:t>
            </a:r>
          </a:p>
        </p:txBody>
      </p:sp>
    </p:spTree>
    <p:extLst>
      <p:ext uri="{BB962C8B-B14F-4D97-AF65-F5344CB8AC3E}">
        <p14:creationId xmlns:p14="http://schemas.microsoft.com/office/powerpoint/2010/main" val="113919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462E3-B7C8-2B37-DDC1-55FF449C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Search &amp; View 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B54209-A4EB-64AF-1905-B13433D5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Support multiple conditions</a:t>
            </a:r>
          </a:p>
          <a:p>
            <a:r>
              <a:rPr lang="en-US" altLang="zh-HK" dirty="0"/>
              <a:t>Auto mapping data</a:t>
            </a:r>
          </a:p>
          <a:p>
            <a:r>
              <a:rPr lang="en-US" altLang="zh-HK" dirty="0"/>
              <a:t>Increase the success rate</a:t>
            </a:r>
          </a:p>
          <a:p>
            <a:r>
              <a:rPr lang="en-US" altLang="zh-HK" dirty="0"/>
              <a:t>Meet users need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61981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32545-E789-32BA-EC99-582E0241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Manage Offices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108CA0-D4E9-2C67-F08E-9A74B31F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Delete, Update and Insert</a:t>
            </a:r>
          </a:p>
          <a:p>
            <a:r>
              <a:rPr lang="en-US" altLang="zh-HK" dirty="0"/>
              <a:t>UI control</a:t>
            </a:r>
          </a:p>
          <a:p>
            <a:r>
              <a:rPr lang="en-US" altLang="zh-HK" dirty="0"/>
              <a:t>Have different message of any status</a:t>
            </a:r>
          </a:p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89196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E219D-565D-05AA-1298-4F445592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View on Map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B29ACD-2DA0-3C69-105C-C8A295A46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Support Google Map</a:t>
            </a:r>
          </a:p>
          <a:p>
            <a:r>
              <a:rPr lang="en-US" altLang="zh-HK" dirty="0"/>
              <a:t>Convenient for user</a:t>
            </a:r>
          </a:p>
          <a:p>
            <a:pPr marL="0" indent="0">
              <a:buNone/>
            </a:pPr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373983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87B15-A72D-920E-2816-C82D3D3D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Change Language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F9E618-1CEA-CF1E-A2B6-85FD555E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Support multiple language</a:t>
            </a:r>
          </a:p>
          <a:p>
            <a:r>
              <a:rPr lang="en-US" altLang="zh-HK" dirty="0" err="1"/>
              <a:t>zh</a:t>
            </a:r>
            <a:r>
              <a:rPr lang="en-US" altLang="zh-HK" dirty="0"/>
              <a:t>-TW, </a:t>
            </a:r>
            <a:r>
              <a:rPr lang="en-US" altLang="zh-HK" dirty="0" err="1"/>
              <a:t>zh</a:t>
            </a:r>
            <a:r>
              <a:rPr lang="en-US" altLang="zh-HK" dirty="0"/>
              <a:t>-CN and </a:t>
            </a:r>
            <a:r>
              <a:rPr lang="en-US" altLang="zh-HK" dirty="0" err="1"/>
              <a:t>en</a:t>
            </a:r>
            <a:r>
              <a:rPr lang="en-US" altLang="zh-HK" dirty="0"/>
              <a:t>-US</a:t>
            </a:r>
          </a:p>
          <a:p>
            <a:r>
              <a:rPr lang="en-US" altLang="zh-HK" dirty="0"/>
              <a:t>Suitable use in Hong Kong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4848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EBBC3-701D-5DBF-5187-B6696B47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HK" dirty="0"/>
              <a:t>Server API Design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48A398-5E71-4DD0-EDEA-67AF959D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928" y="2223489"/>
            <a:ext cx="8825659" cy="3416300"/>
          </a:xfrm>
        </p:spPr>
        <p:txBody>
          <a:bodyPr/>
          <a:lstStyle/>
          <a:p>
            <a:r>
              <a:rPr lang="en-US" altLang="zh-HK" dirty="0"/>
              <a:t>I used REST design - means each action uses a different HTTP method:</a:t>
            </a:r>
          </a:p>
          <a:p>
            <a:endParaRPr lang="zh-HK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F522A13-DD7C-C245-EB2D-CC0939A49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116803"/>
              </p:ext>
            </p:extLst>
          </p:nvPr>
        </p:nvGraphicFramePr>
        <p:xfrm>
          <a:off x="1289853" y="2560342"/>
          <a:ext cx="8899176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794">
                  <a:extLst>
                    <a:ext uri="{9D8B030D-6E8A-4147-A177-3AD203B41FA5}">
                      <a16:colId xmlns:a16="http://schemas.microsoft.com/office/drawing/2014/main" val="264991246"/>
                    </a:ext>
                  </a:extLst>
                </a:gridCol>
                <a:gridCol w="1225737">
                  <a:extLst>
                    <a:ext uri="{9D8B030D-6E8A-4147-A177-3AD203B41FA5}">
                      <a16:colId xmlns:a16="http://schemas.microsoft.com/office/drawing/2014/main" val="3191237427"/>
                    </a:ext>
                  </a:extLst>
                </a:gridCol>
                <a:gridCol w="3471403">
                  <a:extLst>
                    <a:ext uri="{9D8B030D-6E8A-4147-A177-3AD203B41FA5}">
                      <a16:colId xmlns:a16="http://schemas.microsoft.com/office/drawing/2014/main" val="1043077071"/>
                    </a:ext>
                  </a:extLst>
                </a:gridCol>
                <a:gridCol w="1977242">
                  <a:extLst>
                    <a:ext uri="{9D8B030D-6E8A-4147-A177-3AD203B41FA5}">
                      <a16:colId xmlns:a16="http://schemas.microsoft.com/office/drawing/2014/main" val="3359351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What It Does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Method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URL Path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Details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26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Add new 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POST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/api/insertMobilePostOffice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Create new data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8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Get offices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GET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/api/selectMobilePostOffice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Get many records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519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Get one 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GET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/api/selectMobilePostOfficeByID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Get single record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037456"/>
                  </a:ext>
                </a:extLst>
              </a:tr>
              <a:tr h="158118">
                <a:tc>
                  <a:txBody>
                    <a:bodyPr/>
                    <a:lstStyle/>
                    <a:p>
                      <a:r>
                        <a:rPr lang="en-US" altLang="zh-HK" dirty="0"/>
                        <a:t>Get office name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GET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HK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/api/selectMobilePostOfficeName</a:t>
                      </a:r>
                    </a:p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Get record name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98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Update offices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PUT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/api/updateMobilePostOffice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Change data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446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HK" dirty="0"/>
                        <a:t>Delete office by ID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DELETE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/api/deleteMobilePostOffice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HK" dirty="0"/>
                        <a:t>Remove data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61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17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CACCF-581C-8D49-78D6-E7D287B43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Move on to Demonstration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6A38FA-2CDA-3328-D374-4962E4BC5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89445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會議室">
  <a:themeElements>
    <a:clrScheme name="離子會議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離子會議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會議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108</TotalTime>
  <Words>226</Words>
  <Application>Microsoft Office PowerPoint</Application>
  <PresentationFormat>寬螢幕</PresentationFormat>
  <Paragraphs>74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離子會議室</vt:lpstr>
      <vt:lpstr>Mobile Post Office System</vt:lpstr>
      <vt:lpstr>Background</vt:lpstr>
      <vt:lpstr>System Information</vt:lpstr>
      <vt:lpstr>Frontend</vt:lpstr>
      <vt:lpstr>Backend</vt:lpstr>
      <vt:lpstr>Function</vt:lpstr>
      <vt:lpstr>Search &amp; View </vt:lpstr>
      <vt:lpstr>Manage Offices</vt:lpstr>
      <vt:lpstr>View on Map</vt:lpstr>
      <vt:lpstr>Change Language</vt:lpstr>
      <vt:lpstr>Server API Design</vt:lpstr>
      <vt:lpstr>Move on to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啊希 Kelvin</dc:creator>
  <cp:lastModifiedBy>啊希 Kelvin</cp:lastModifiedBy>
  <cp:revision>38</cp:revision>
  <dcterms:created xsi:type="dcterms:W3CDTF">2025-12-17T11:15:01Z</dcterms:created>
  <dcterms:modified xsi:type="dcterms:W3CDTF">2025-12-19T08:44:41Z</dcterms:modified>
</cp:coreProperties>
</file>